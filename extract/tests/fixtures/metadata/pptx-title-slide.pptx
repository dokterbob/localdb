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Roadmap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Q3 planning offsite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Roadmap Review</dc:title>
  <dc:subject/>
  <dc:creator/>
  <cp:keywords/>
  <dc:description>generated using python-pptx</dc:description>
  <cp:lastModifiedBy>Steve Canny</cp:lastModifiedBy>
  <cp:revision>1</cp:revision>
  <dcterms:created xsi:type="dcterms:W3CDTF">2023-08-14T00:00:00Z</dcterms:created>
  <dcterms:modified xsi:type="dcterms:W3CDTF">2013-01-27T09:15:58Z</dcterms:modified>
  <cp:category/>
</cp:coreProperties>
</file>